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s_1785216650898_g2syk20d_pptx_p1_final1notesSlide1.xml"/>
  <Override ContentType="application/vnd.openxmlformats-officedocument.presentationml.tableStyles+xml" PartName="/ppt/tableStyles1.xml"/>
  <Override ContentType="application/vnd.openxmlformats-officedocument.presentationml.slideLayout+xml" PartName="/ppt/slideLayouts/s_1785216650898_g2syk20d_pptx_p1_final1slideLayout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_1785216650898_g2syk20d_pptx_p1_final1slideLayout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_1785216650898_g2syk20d_pptx_p1_final1slideLayout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_1785216650898_g2syk20d_pptx_p1_final1slideLayout5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_1785216650898_g2syk20d_pptx_p1_final1slideLayout2.xml"/>
  <Override ContentType="application/vnd.openxmlformats-officedocument.presentationml.slideLayout+xml" PartName="/ppt/slideLayouts/s_1785216650898_g2syk20d_pptx_p1_final1slideLayout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_1785216650898_g2syk20d_pptx_p1_final1slideLayout1.xml"/>
  <Override ContentType="application/vnd.openxmlformats-officedocument.presentationml.slideLayout+xml" PartName="/ppt/slideLayouts/s_1785216650898_g2syk20d_pptx_p1_final1slideLayout7.xml"/>
  <Override ContentType="application/vnd.openxmlformats-officedocument.presentationml.slideLayout+xml" PartName="/ppt/slideLayouts/s_1785216650898_g2syk20d_pptx_p1_final1slideLayout11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_1785216650898_g2syk20d_pptx_p1_final1slideLayout8.xml"/>
  <Override ContentType="application/vnd.openxmlformats-officedocument.presentationml.slideLayout+xml" PartName="/ppt/slideLayouts/s_1785216650898_g2syk20d_pptx_p1_final1slideLayout1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_1785216650898_g2syk20d_pptx_p1_final1slideMaster1.xml"/>
  <Override ContentType="application/vnd.openxmlformats-officedocument.presentationml.slide+xml" PartName="/ppt/slides/s_1785216650898_g2syk20d_pptx_p1_final1slide1.xml"/>
  <Override ContentType="application/vnd.openxmlformats-officedocument.presentationml.slide+xml" PartName="/ppt/slides/slide1.xml"/>
  <Override ContentType="application/vnd.openxmlformats-officedocument.presentationml.notesMaster+xml" PartName="/ppt/notesMasters/s_1785216650898_g2syk20d_pptx_p1_final1notes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s_1785216650898_g2syk20d_pptx_p1_final1theme2.xml"/>
  <Override ContentType="application/vnd.openxmlformats-officedocument.theme+xml" PartName="/ppt/theme/theme3.xml"/>
  <Override ContentType="application/vnd.openxmlformats-officedocument.theme+xml" PartName="/ppt/theme/theme2.xml"/>
  <Override ContentType="application/vnd.openxmlformats-officedocument.theme+xml" PartName="/ppt/theme/s_1785216650898_g2syk20d_pptx_p1_final1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8" r:id="rId4"/>
    <p:sldMasterId id="2147483679" r:id="rId5"/>
    <p:sldMasterId id="2147483680" r:id="rId6"/>
  </p:sldMasterIdLst>
  <p:notesMasterIdLst>
    <p:notesMasterId r:id="rId7"/>
  </p:notesMasterIdLst>
  <p:sldIdLst>
    <p:sldId id="256" r:id="rId8"/>
    <p:sldId id="257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304D6E6D-7547-4EDF-B692-FFDF4C537E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_1785216650898_g2syk20d_pptx_p1_final1slideMaster1.xml"/><Relationship Id="rId9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_1785216650898_g2syk20d_pptx_p1_final1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s_1785216650898_g2syk20d_pptx_p1_final1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s_1785216650898_g2syk20d_pptx_p1_final1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Masters/s_1785216650898_g2syk20d_pptx_p1_final1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s_1785216650898_g2syk20d_pptx_p1_final1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_1785216650898_g2syk20d_pptx_p1_final1slide1.xml"/><Relationship Id="rId2" Type="http://schemas.openxmlformats.org/officeDocument/2006/relationships/notesMaster" Target="../notesMasters/s_1785216650898_g2syk20d_pptx_p1_final1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bb06e27f4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bb06e27f4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s_1785216650898_g2syk20d_pptx_p1_final1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_1785216650898_g2syk20d_pptx_p1_final1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_1785216650898_g2syk20d_pptx_p1_final1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5216650898_g2syk20d_pptx_p1_final1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_1785216650898_g2syk20d_pptx_p1_final1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_1785216650898_g2syk20d_pptx_p1_final1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White Text" type="title">
  <p:cSld name="TITLE">
    <p:bg>
      <p:bgPr>
        <a:solidFill>
          <a:srgbClr val="050505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  <a:effectLst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Google Sans"/>
              <a:buNone/>
              <a:defRPr sz="72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2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">
  <p:cSld name="TITLE_6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534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Google Sans Medium"/>
              <a:buNone/>
              <a:defRPr sz="8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">
  <p:cSld name="TITLE_6_1">
    <p:bg>
      <p:bgPr>
        <a:solidFill>
          <a:srgbClr val="C6DA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7200"/>
              <a:buFont typeface="Google Sans"/>
              <a:buNone/>
              <a:defRPr sz="7200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1400"/>
              <a:buFont typeface="Google Sans Medium"/>
              <a:buNone/>
              <a:defRPr sz="14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A73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">
  <p:cSld name="TITLE_6_1_1">
    <p:bg>
      <p:bgPr>
        <a:solidFill>
          <a:srgbClr val="FAD2CF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7200"/>
              <a:buFont typeface="Google Sans"/>
              <a:buNone/>
              <a:defRPr sz="720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title" idx="2"/>
          </p:nvPr>
        </p:nvSpPr>
        <p:spPr>
          <a:xfrm>
            <a:off x="77217" y="84729"/>
            <a:ext cx="26925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5221F"/>
              </a:buClr>
              <a:buSzPts val="1400"/>
              <a:buFont typeface="Google Sans Medium"/>
              <a:buNone/>
              <a:defRPr sz="1400">
                <a:solidFill>
                  <a:srgbClr val="C5221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800"/>
              <a:buFont typeface="Google Sans Medium"/>
              <a:buNone/>
              <a:defRPr sz="800">
                <a:solidFill>
                  <a:srgbClr val="1A73E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C5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">
  <p:cSld name="TITLE_6_1_1_1">
    <p:bg>
      <p:bgPr>
        <a:solidFill>
          <a:srgbClr val="CEEAD6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7200"/>
              <a:buFont typeface="Google Sans"/>
              <a:buNone/>
              <a:defRPr sz="7200">
                <a:solidFill>
                  <a:srgbClr val="18803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3168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400"/>
              <a:buFont typeface="Google Sans Medium"/>
              <a:buNone/>
              <a:defRPr sz="14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800"/>
              <a:buFont typeface="Google Sans Medium"/>
              <a:buNone/>
              <a:defRPr sz="800">
                <a:solidFill>
                  <a:srgbClr val="18803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18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Google Material Title: Blue 1 1 1">
  <p:cSld name="TITLE_6_1_1_1_1">
    <p:bg>
      <p:bgPr>
        <a:solidFill>
          <a:srgbClr val="FEEFC3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7200"/>
              <a:buFont typeface="Google Sans"/>
              <a:buNone/>
              <a:defRPr sz="7200">
                <a:solidFill>
                  <a:srgbClr val="EA86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A73E8"/>
              </a:buClr>
              <a:buSzPts val="3600"/>
              <a:buNone/>
              <a:defRPr sz="3600">
                <a:solidFill>
                  <a:srgbClr val="1A73E8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title" idx="2"/>
          </p:nvPr>
        </p:nvSpPr>
        <p:spPr>
          <a:xfrm>
            <a:off x="73647" y="84729"/>
            <a:ext cx="3419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EA8600"/>
              </a:buClr>
              <a:buSzPts val="1400"/>
              <a:buFont typeface="Google Sans Medium"/>
              <a:buNone/>
              <a:defRPr sz="1400">
                <a:solidFill>
                  <a:srgbClr val="EA8600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EA86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1A73E8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2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0" name="Google Shape;80;p20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81" name="Google Shape;81;p20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title" idx="3"/>
          </p:nvPr>
        </p:nvSpPr>
        <p:spPr>
          <a:xfrm>
            <a:off x="124549" y="877650"/>
            <a:ext cx="891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title" idx="4"/>
          </p:nvPr>
        </p:nvSpPr>
        <p:spPr>
          <a:xfrm>
            <a:off x="938098" y="877650"/>
            <a:ext cx="6477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None/>
              <a:defRPr sz="18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2">
  <p:cSld name="TITLE_AND_BODY_1_2">
    <p:bg>
      <p:bgPr>
        <a:solidFill>
          <a:srgbClr val="050505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1505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oogle Sans Medium"/>
              <a:buNone/>
              <a:defRPr sz="14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title" idx="2"/>
          </p:nvPr>
        </p:nvSpPr>
        <p:spPr>
          <a:xfrm>
            <a:off x="124557" y="453577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None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oogle Sans"/>
              <a:buNone/>
              <a:defRPr sz="18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85923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_AND_BODY_1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>
            <a:spLocks noGrp="1"/>
          </p:cNvSpPr>
          <p:nvPr>
            <p:ph type="title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273214" y="433778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96" name="Google Shape;96;p23"/>
          <p:cNvSpPr txBox="1">
            <a:spLocks noGrp="1"/>
          </p:cNvSpPr>
          <p:nvPr>
            <p:ph type="title" idx="2"/>
          </p:nvPr>
        </p:nvSpPr>
        <p:spPr>
          <a:xfrm>
            <a:off x="472761" y="3201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 Medium"/>
              <a:buNone/>
              <a:defRPr sz="1400">
                <a:solidFill>
                  <a:schemeClr val="dk2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7" name="Google Shape;97;p23"/>
          <p:cNvSpPr txBox="1">
            <a:spLocks noGrp="1"/>
          </p:cNvSpPr>
          <p:nvPr>
            <p:ph type="title" idx="3"/>
          </p:nvPr>
        </p:nvSpPr>
        <p:spPr>
          <a:xfrm>
            <a:off x="547022" y="732515"/>
            <a:ext cx="57717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Font typeface="Google Sans"/>
              <a:buNone/>
              <a:defRPr sz="3000">
                <a:latin typeface="Google Sans"/>
                <a:ea typeface="Google Sans"/>
                <a:cs typeface="Google Sans"/>
                <a:sym typeface="Google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None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title" idx="4"/>
          </p:nvPr>
        </p:nvSpPr>
        <p:spPr>
          <a:xfrm>
            <a:off x="5665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title" idx="5"/>
          </p:nvPr>
        </p:nvSpPr>
        <p:spPr>
          <a:xfrm>
            <a:off x="5491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5906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title" idx="6"/>
          </p:nvPr>
        </p:nvSpPr>
        <p:spPr>
          <a:xfrm>
            <a:off x="2673118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title" idx="7"/>
          </p:nvPr>
        </p:nvSpPr>
        <p:spPr>
          <a:xfrm>
            <a:off x="26557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26972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8"/>
          </p:nvPr>
        </p:nvSpPr>
        <p:spPr>
          <a:xfrm>
            <a:off x="4779717" y="2324850"/>
            <a:ext cx="3486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 idx="9"/>
          </p:nvPr>
        </p:nvSpPr>
        <p:spPr>
          <a:xfrm>
            <a:off x="4762350" y="2782050"/>
            <a:ext cx="17073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06" name="Google Shape;106;p23"/>
          <p:cNvSpPr/>
          <p:nvPr/>
        </p:nvSpPr>
        <p:spPr>
          <a:xfrm>
            <a:off x="4803825" y="2363182"/>
            <a:ext cx="307200" cy="307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3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  <p15:guide id="2" orient="horz" pos="2915">
          <p15:clr>
            <a:srgbClr val="FA7B17"/>
          </p15:clr>
        </p15:guide>
        <p15:guide id="3" pos="405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7">
  <p:cSld name="TITLE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>
            <a:spLocks noGrp="1"/>
          </p:cNvSpPr>
          <p:nvPr>
            <p:ph type="title"/>
          </p:nvPr>
        </p:nvSpPr>
        <p:spPr>
          <a:xfrm>
            <a:off x="471908" y="744575"/>
            <a:ext cx="8222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ubTitle" idx="1"/>
          </p:nvPr>
        </p:nvSpPr>
        <p:spPr>
          <a:xfrm>
            <a:off x="471900" y="2834125"/>
            <a:ext cx="8222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, Big Text 1">
  <p:cSld name="CUSTOM_1_3_1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subTitle" idx="1"/>
          </p:nvPr>
        </p:nvSpPr>
        <p:spPr>
          <a:xfrm>
            <a:off x="512600" y="363000"/>
            <a:ext cx="31542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7291550" y="4759871"/>
            <a:ext cx="17160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rPr>
              <a:t>google_logo Design </a:t>
            </a:r>
            <a:endParaRPr sz="1000">
              <a:solidFill>
                <a:srgbClr val="5F636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144400" y="666750"/>
            <a:ext cx="7287300" cy="3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4191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oogle Sans"/>
              <a:buChar char="●"/>
              <a:defRPr sz="3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lvl="1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marL="1371600" lvl="2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marL="1828800" lvl="3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marL="2286000" lvl="4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marL="2743200" lvl="5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marL="3200400" lvl="6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●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marL="3657600" lvl="7" indent="-3683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oogle Sans Medium"/>
              <a:buChar char="○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marL="4114800" lvl="8" indent="-3683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200"/>
              <a:buFont typeface="Google Sans Medium"/>
              <a:buChar char="■"/>
              <a:defRPr sz="2200">
                <a:solidFill>
                  <a:srgbClr val="FFFFFF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sldNum" idx="12"/>
          </p:nvPr>
        </p:nvSpPr>
        <p:spPr>
          <a:xfrm>
            <a:off x="144409" y="473996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 rtl="0">
              <a:buNone/>
              <a:defRPr sz="1200" b="1">
                <a:solidFill>
                  <a:srgbClr val="5F6368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186800" y="125326"/>
            <a:ext cx="2854800" cy="3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5F6368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295489" y="479931"/>
            <a:ext cx="196727" cy="160364"/>
          </a:xfrm>
          <a:custGeom>
            <a:avLst/>
            <a:gdLst/>
            <a:ahLst/>
            <a:cxnLst/>
            <a:rect l="l" t="t" r="r" b="b"/>
            <a:pathLst>
              <a:path w="251408" h="204938" extrusionOk="0">
                <a:moveTo>
                  <a:pt x="207809" y="121831"/>
                </a:moveTo>
                <a:lnTo>
                  <a:pt x="152115" y="75797"/>
                </a:lnTo>
                <a:lnTo>
                  <a:pt x="166735" y="59262"/>
                </a:lnTo>
                <a:lnTo>
                  <a:pt x="251407" y="132448"/>
                </a:lnTo>
                <a:lnTo>
                  <a:pt x="166909" y="204938"/>
                </a:lnTo>
                <a:lnTo>
                  <a:pt x="152115" y="189883"/>
                </a:lnTo>
                <a:lnTo>
                  <a:pt x="208766" y="142369"/>
                </a:lnTo>
                <a:lnTo>
                  <a:pt x="42467" y="142369"/>
                </a:lnTo>
                <a:lnTo>
                  <a:pt x="37420" y="142282"/>
                </a:lnTo>
                <a:lnTo>
                  <a:pt x="28195" y="140976"/>
                </a:lnTo>
                <a:lnTo>
                  <a:pt x="22191" y="139062"/>
                </a:lnTo>
                <a:lnTo>
                  <a:pt x="18536" y="137408"/>
                </a:lnTo>
                <a:lnTo>
                  <a:pt x="15229" y="135407"/>
                </a:lnTo>
                <a:lnTo>
                  <a:pt x="12183" y="133057"/>
                </a:lnTo>
                <a:lnTo>
                  <a:pt x="10791" y="131752"/>
                </a:lnTo>
                <a:lnTo>
                  <a:pt x="9485" y="130360"/>
                </a:lnTo>
                <a:lnTo>
                  <a:pt x="7136" y="127401"/>
                </a:lnTo>
                <a:lnTo>
                  <a:pt x="5047" y="124094"/>
                </a:lnTo>
                <a:lnTo>
                  <a:pt x="3394" y="120439"/>
                </a:lnTo>
                <a:lnTo>
                  <a:pt x="1479" y="114347"/>
                </a:lnTo>
                <a:lnTo>
                  <a:pt x="87" y="104949"/>
                </a:lnTo>
                <a:lnTo>
                  <a:pt x="0" y="99728"/>
                </a:lnTo>
                <a:lnTo>
                  <a:pt x="0" y="0"/>
                </a:lnTo>
                <a:lnTo>
                  <a:pt x="21669" y="0"/>
                </a:lnTo>
                <a:lnTo>
                  <a:pt x="21669" y="99728"/>
                </a:lnTo>
                <a:lnTo>
                  <a:pt x="21756" y="102338"/>
                </a:lnTo>
                <a:lnTo>
                  <a:pt x="22365" y="107038"/>
                </a:lnTo>
                <a:lnTo>
                  <a:pt x="23583" y="111128"/>
                </a:lnTo>
                <a:lnTo>
                  <a:pt x="25498" y="114609"/>
                </a:lnTo>
                <a:lnTo>
                  <a:pt x="26716" y="116088"/>
                </a:lnTo>
                <a:lnTo>
                  <a:pt x="28021" y="117480"/>
                </a:lnTo>
                <a:lnTo>
                  <a:pt x="31328" y="119656"/>
                </a:lnTo>
                <a:lnTo>
                  <a:pt x="35244" y="121048"/>
                </a:lnTo>
                <a:lnTo>
                  <a:pt x="39856" y="121744"/>
                </a:lnTo>
                <a:lnTo>
                  <a:pt x="42467" y="121831"/>
                </a:lnTo>
                <a:lnTo>
                  <a:pt x="207809" y="121831"/>
                </a:lnTo>
                <a:close/>
              </a:path>
            </a:pathLst>
          </a:custGeom>
          <a:solidFill>
            <a:srgbClr val="5F636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DFF3F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6891900" y="186907"/>
            <a:ext cx="20997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464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+ Proprietary</a:t>
            </a:r>
            <a:endParaRPr sz="800">
              <a:solidFill>
                <a:srgbClr val="64646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terial Title: Black Text 1">
  <p:cSld name="TITLE_6_2">
    <p:bg>
      <p:bgPr>
        <a:solidFill>
          <a:srgbClr val="1DE9B6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91440" y="411480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Font typeface="Google Sans"/>
              <a:buNone/>
              <a:defRPr sz="7200"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title" idx="2"/>
          </p:nvPr>
        </p:nvSpPr>
        <p:spPr>
          <a:xfrm>
            <a:off x="74394" y="91550"/>
            <a:ext cx="36705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Google Sans Medium"/>
              <a:buNone/>
              <a:defRPr sz="1400">
                <a:latin typeface="Google Sans Medium"/>
                <a:ea typeface="Google Sans Medium"/>
                <a:cs typeface="Google Sans Medium"/>
                <a:sym typeface="Google Sans Medium"/>
              </a:defRPr>
            </a:lvl9pPr>
          </a:lstStyle>
          <a:p>
            <a:endParaRPr/>
          </a:p>
        </p:txBody>
      </p:sp>
      <p:sp>
        <p:nvSpPr>
          <p:cNvPr id="123" name="Google Shape;123;p26"/>
          <p:cNvSpPr/>
          <p:nvPr/>
        </p:nvSpPr>
        <p:spPr>
          <a:xfrm>
            <a:off x="8668586" y="172039"/>
            <a:ext cx="307340" cy="307340"/>
          </a:xfrm>
          <a:custGeom>
            <a:avLst/>
            <a:gdLst/>
            <a:ahLst/>
            <a:cxnLst/>
            <a:rect l="l" t="t" r="r" b="b"/>
            <a:pathLst>
              <a:path w="174625" h="174625" extrusionOk="0">
                <a:moveTo>
                  <a:pt x="86995" y="15875"/>
                </a:moveTo>
                <a:cubicBezTo>
                  <a:pt x="104140" y="15875"/>
                  <a:pt x="119380" y="21590"/>
                  <a:pt x="132080" y="31750"/>
                </a:cubicBezTo>
                <a:lnTo>
                  <a:pt x="42545" y="31750"/>
                </a:lnTo>
                <a:cubicBezTo>
                  <a:pt x="54610" y="21590"/>
                  <a:pt x="69850" y="15875"/>
                  <a:pt x="86995" y="15875"/>
                </a:cubicBezTo>
                <a:close/>
                <a:moveTo>
                  <a:pt x="116840" y="47625"/>
                </a:moveTo>
                <a:lnTo>
                  <a:pt x="86995" y="107315"/>
                </a:lnTo>
                <a:lnTo>
                  <a:pt x="57150" y="47625"/>
                </a:lnTo>
                <a:close/>
                <a:moveTo>
                  <a:pt x="47625" y="63500"/>
                </a:moveTo>
                <a:lnTo>
                  <a:pt x="79375" y="127000"/>
                </a:lnTo>
                <a:lnTo>
                  <a:pt x="47625" y="127000"/>
                </a:lnTo>
                <a:lnTo>
                  <a:pt x="47625" y="63500"/>
                </a:lnTo>
                <a:close/>
                <a:moveTo>
                  <a:pt x="127000" y="63500"/>
                </a:moveTo>
                <a:lnTo>
                  <a:pt x="127000" y="127000"/>
                </a:lnTo>
                <a:lnTo>
                  <a:pt x="95250" y="127000"/>
                </a:lnTo>
                <a:lnTo>
                  <a:pt x="127000" y="63500"/>
                </a:lnTo>
                <a:close/>
                <a:moveTo>
                  <a:pt x="31750" y="42545"/>
                </a:moveTo>
                <a:lnTo>
                  <a:pt x="31750" y="132080"/>
                </a:lnTo>
                <a:cubicBezTo>
                  <a:pt x="21590" y="119380"/>
                  <a:pt x="15875" y="104140"/>
                  <a:pt x="15875" y="86995"/>
                </a:cubicBezTo>
                <a:cubicBezTo>
                  <a:pt x="15875" y="69850"/>
                  <a:pt x="21590" y="54610"/>
                  <a:pt x="31750" y="42545"/>
                </a:cubicBezTo>
                <a:close/>
                <a:moveTo>
                  <a:pt x="142875" y="42545"/>
                </a:moveTo>
                <a:cubicBezTo>
                  <a:pt x="152400" y="54610"/>
                  <a:pt x="158750" y="69850"/>
                  <a:pt x="158750" y="86995"/>
                </a:cubicBezTo>
                <a:cubicBezTo>
                  <a:pt x="158750" y="104140"/>
                  <a:pt x="152400" y="119380"/>
                  <a:pt x="142875" y="132080"/>
                </a:cubicBezTo>
                <a:lnTo>
                  <a:pt x="142875" y="42545"/>
                </a:lnTo>
                <a:close/>
                <a:moveTo>
                  <a:pt x="132080" y="142875"/>
                </a:moveTo>
                <a:cubicBezTo>
                  <a:pt x="119380" y="152400"/>
                  <a:pt x="104140" y="158750"/>
                  <a:pt x="86995" y="158750"/>
                </a:cubicBezTo>
                <a:cubicBezTo>
                  <a:pt x="69850" y="158750"/>
                  <a:pt x="54610" y="152400"/>
                  <a:pt x="42545" y="142875"/>
                </a:cubicBezTo>
                <a:close/>
                <a:moveTo>
                  <a:pt x="86995" y="0"/>
                </a:moveTo>
                <a:cubicBezTo>
                  <a:pt x="38735" y="0"/>
                  <a:pt x="0" y="38735"/>
                  <a:pt x="0" y="86995"/>
                </a:cubicBezTo>
                <a:cubicBezTo>
                  <a:pt x="0" y="135255"/>
                  <a:pt x="38735" y="174625"/>
                  <a:pt x="86995" y="174625"/>
                </a:cubicBezTo>
                <a:cubicBezTo>
                  <a:pt x="135255" y="174625"/>
                  <a:pt x="174625" y="135255"/>
                  <a:pt x="174625" y="86995"/>
                </a:cubicBezTo>
                <a:cubicBezTo>
                  <a:pt x="174625" y="38735"/>
                  <a:pt x="135255" y="0"/>
                  <a:pt x="869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E9E9E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line title">
  <p:cSld name="BLANK_5_1_2_1_2"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>
            <a:spLocks noGrp="1"/>
          </p:cNvSpPr>
          <p:nvPr>
            <p:ph type="title"/>
          </p:nvPr>
        </p:nvSpPr>
        <p:spPr>
          <a:xfrm>
            <a:off x="377575" y="742925"/>
            <a:ext cx="5541000" cy="12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subTitle" idx="1"/>
          </p:nvPr>
        </p:nvSpPr>
        <p:spPr>
          <a:xfrm>
            <a:off x="377575" y="1834750"/>
            <a:ext cx="39843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" name="Google Shape;129;p28"/>
          <p:cNvCxnSpPr/>
          <p:nvPr/>
        </p:nvCxnSpPr>
        <p:spPr>
          <a:xfrm>
            <a:off x="499275" y="1609425"/>
            <a:ext cx="5850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0" name="Google Shape;130;p2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317224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8">
  <p:cSld name="TITLE_8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with title">
  <p:cSld name="CUSTOM_2_1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>
            <a:spLocks noGrp="1"/>
          </p:cNvSpPr>
          <p:nvPr>
            <p:ph type="title"/>
          </p:nvPr>
        </p:nvSpPr>
        <p:spPr>
          <a:xfrm>
            <a:off x="377575" y="285725"/>
            <a:ext cx="7519500" cy="7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B7B7B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999999"/>
                </a:solidFill>
              </a:defRPr>
            </a:lvl9pPr>
          </a:lstStyle>
          <a:p>
            <a:endParaRPr/>
          </a:p>
        </p:txBody>
      </p:sp>
      <p:pic>
        <p:nvPicPr>
          <p:cNvPr id="141" name="Google Shape;141;p3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488699" y="4652552"/>
            <a:ext cx="446125" cy="1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32"/>
          <p:cNvSpPr/>
          <p:nvPr/>
        </p:nvSpPr>
        <p:spPr>
          <a:xfrm>
            <a:off x="241450" y="4077968"/>
            <a:ext cx="8526300" cy="857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2"/>
          <p:cNvSpPr/>
          <p:nvPr/>
        </p:nvSpPr>
        <p:spPr>
          <a:xfrm>
            <a:off x="241450" y="2846757"/>
            <a:ext cx="8526300" cy="1180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2"/>
          <p:cNvSpPr/>
          <p:nvPr/>
        </p:nvSpPr>
        <p:spPr>
          <a:xfrm>
            <a:off x="241450" y="1386655"/>
            <a:ext cx="8526300" cy="140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2"/>
          <p:cNvSpPr/>
          <p:nvPr/>
        </p:nvSpPr>
        <p:spPr>
          <a:xfrm>
            <a:off x="241450" y="754678"/>
            <a:ext cx="8526300" cy="580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2"/>
          <p:cNvSpPr txBox="1"/>
          <p:nvPr/>
        </p:nvSpPr>
        <p:spPr>
          <a:xfrm>
            <a:off x="166622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2"/>
          <p:cNvSpPr txBox="1"/>
          <p:nvPr/>
        </p:nvSpPr>
        <p:spPr>
          <a:xfrm>
            <a:off x="30770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4516400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5925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2"/>
          <p:cNvSpPr txBox="1"/>
          <p:nvPr/>
        </p:nvSpPr>
        <p:spPr>
          <a:xfrm>
            <a:off x="73478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2"/>
          <p:cNvSpPr txBox="1"/>
          <p:nvPr/>
        </p:nvSpPr>
        <p:spPr>
          <a:xfrm>
            <a:off x="244175" y="920425"/>
            <a:ext cx="1424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1A73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32"/>
          <p:cNvCxnSpPr/>
          <p:nvPr/>
        </p:nvCxnSpPr>
        <p:spPr>
          <a:xfrm>
            <a:off x="1668323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32"/>
          <p:cNvCxnSpPr/>
          <p:nvPr/>
        </p:nvCxnSpPr>
        <p:spPr>
          <a:xfrm>
            <a:off x="308820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32"/>
          <p:cNvCxnSpPr/>
          <p:nvPr/>
        </p:nvCxnSpPr>
        <p:spPr>
          <a:xfrm>
            <a:off x="4508094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32"/>
          <p:cNvCxnSpPr/>
          <p:nvPr/>
        </p:nvCxnSpPr>
        <p:spPr>
          <a:xfrm>
            <a:off x="5927979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32"/>
          <p:cNvCxnSpPr/>
          <p:nvPr/>
        </p:nvCxnSpPr>
        <p:spPr>
          <a:xfrm>
            <a:off x="248438" y="754675"/>
            <a:ext cx="0" cy="418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32"/>
          <p:cNvCxnSpPr/>
          <p:nvPr/>
        </p:nvCxnSpPr>
        <p:spPr>
          <a:xfrm>
            <a:off x="7347865" y="754678"/>
            <a:ext cx="0" cy="418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32"/>
          <p:cNvCxnSpPr/>
          <p:nvPr/>
        </p:nvCxnSpPr>
        <p:spPr>
          <a:xfrm>
            <a:off x="8767750" y="754675"/>
            <a:ext cx="2700" cy="416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1" name="Google Shape;161;p32"/>
          <p:cNvSpPr txBox="1"/>
          <p:nvPr/>
        </p:nvSpPr>
        <p:spPr>
          <a:xfrm>
            <a:off x="171175" y="119650"/>
            <a:ext cx="5998800" cy="4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Persona:</a:t>
            </a:r>
            <a:b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2"/>
          <p:cNvSpPr txBox="1"/>
          <p:nvPr/>
        </p:nvSpPr>
        <p:spPr>
          <a:xfrm rot="-5400000">
            <a:off x="-175500" y="881750"/>
            <a:ext cx="6294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2"/>
          <p:cNvSpPr txBox="1"/>
          <p:nvPr/>
        </p:nvSpPr>
        <p:spPr>
          <a:xfrm rot="-5400000">
            <a:off x="-173200" y="1951913"/>
            <a:ext cx="5649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 rot="-5400000">
            <a:off x="-326800" y="3280432"/>
            <a:ext cx="872100" cy="2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/>
              <a:t>Emotions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 rot="-5400000">
            <a:off x="-409450" y="4377825"/>
            <a:ext cx="10038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2"/>
          <p:cNvSpPr/>
          <p:nvPr/>
        </p:nvSpPr>
        <p:spPr>
          <a:xfrm>
            <a:off x="241450" y="754678"/>
            <a:ext cx="8526300" cy="59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2"/>
          <p:cNvSpPr/>
          <p:nvPr/>
        </p:nvSpPr>
        <p:spPr>
          <a:xfrm>
            <a:off x="241450" y="4114209"/>
            <a:ext cx="8526300" cy="866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/>
          <p:nvPr/>
        </p:nvSpPr>
        <p:spPr>
          <a:xfrm>
            <a:off x="241450" y="2869572"/>
            <a:ext cx="8526300" cy="1193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2"/>
          <p:cNvSpPr/>
          <p:nvPr/>
        </p:nvSpPr>
        <p:spPr>
          <a:xfrm>
            <a:off x="241450" y="1393547"/>
            <a:ext cx="8526300" cy="1424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2"/>
          <p:cNvCxnSpPr/>
          <p:nvPr/>
        </p:nvCxnSpPr>
        <p:spPr>
          <a:xfrm>
            <a:off x="308820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1" name="Google Shape;171;p32"/>
          <p:cNvCxnSpPr/>
          <p:nvPr/>
        </p:nvCxnSpPr>
        <p:spPr>
          <a:xfrm>
            <a:off x="4508094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2" name="Google Shape;172;p32"/>
          <p:cNvCxnSpPr/>
          <p:nvPr/>
        </p:nvCxnSpPr>
        <p:spPr>
          <a:xfrm>
            <a:off x="5927979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32"/>
          <p:cNvCxnSpPr/>
          <p:nvPr/>
        </p:nvCxnSpPr>
        <p:spPr>
          <a:xfrm>
            <a:off x="248438" y="754675"/>
            <a:ext cx="0" cy="423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4" name="Google Shape;174;p32"/>
          <p:cNvCxnSpPr/>
          <p:nvPr/>
        </p:nvCxnSpPr>
        <p:spPr>
          <a:xfrm>
            <a:off x="7347865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32"/>
          <p:cNvCxnSpPr/>
          <p:nvPr/>
        </p:nvCxnSpPr>
        <p:spPr>
          <a:xfrm>
            <a:off x="8767750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32"/>
          <p:cNvSpPr txBox="1"/>
          <p:nvPr/>
        </p:nvSpPr>
        <p:spPr>
          <a:xfrm>
            <a:off x="73478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7440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2"/>
          <p:cNvSpPr txBox="1"/>
          <p:nvPr/>
        </p:nvSpPr>
        <p:spPr>
          <a:xfrm>
            <a:off x="3085050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2"/>
          <p:cNvSpPr txBox="1"/>
          <p:nvPr/>
        </p:nvSpPr>
        <p:spPr>
          <a:xfrm>
            <a:off x="45059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5925875" y="13874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 txBox="1"/>
          <p:nvPr/>
        </p:nvSpPr>
        <p:spPr>
          <a:xfrm>
            <a:off x="1665175" y="1411882"/>
            <a:ext cx="1424100" cy="10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Tasks</a:t>
            </a: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174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32"/>
          <p:cNvCxnSpPr/>
          <p:nvPr/>
        </p:nvCxnSpPr>
        <p:spPr>
          <a:xfrm>
            <a:off x="1668323" y="754678"/>
            <a:ext cx="0" cy="4226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_1785216650898_g2syk20d_pptx_p1_final1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_1785216650898_g2syk20d_pptx_p1_final1slideLayout8.xml"/><Relationship Id="rId2" Type="http://schemas.openxmlformats.org/officeDocument/2006/relationships/slideLayout" Target="../slideLayouts/s_1785216650898_g2syk20d_pptx_p1_final1slideLayout3.xml"/><Relationship Id="rId3" Type="http://schemas.openxmlformats.org/officeDocument/2006/relationships/slideLayout" Target="../slideLayouts/s_1785216650898_g2syk20d_pptx_p1_final1slideLayout7.xml"/><Relationship Id="rId4" Type="http://schemas.openxmlformats.org/officeDocument/2006/relationships/theme" Target="../theme/s_1785216650898_g2syk20d_pptx_p1_final1theme1.xml"/><Relationship Id="rId5" Type="http://schemas.openxmlformats.org/officeDocument/2006/relationships/slideLayout" Target="../slideLayouts/s_1785216650898_g2syk20d_pptx_p1_final1slideLayout2.xml"/><Relationship Id="rId6" Type="http://schemas.openxmlformats.org/officeDocument/2006/relationships/slideLayout" Target="../slideLayouts/s_1785216650898_g2syk20d_pptx_p1_final1slideLayout1.xml"/><Relationship Id="rId7" Type="http://schemas.openxmlformats.org/officeDocument/2006/relationships/slideLayout" Target="../slideLayouts/s_1785216650898_g2syk20d_pptx_p1_final1slideLayout6.xml"/><Relationship Id="rId8" Type="http://schemas.openxmlformats.org/officeDocument/2006/relationships/slideLayout" Target="../slideLayouts/s_1785216650898_g2syk20d_pptx_p1_final1slideLayout11.xml"/><Relationship Id="rId9" Type="http://schemas.openxmlformats.org/officeDocument/2006/relationships/slideLayout" Target="../slideLayouts/s_1785216650898_g2syk20d_pptx_p1_final1slideLayout5.xml"/><Relationship Id="rId10" Type="http://schemas.openxmlformats.org/officeDocument/2006/relationships/slideLayout" Target="../slideLayouts/s_1785216650898_g2syk20d_pptx_p1_final1slideLayout10.xml"/><Relationship Id="rId11" Type="http://schemas.openxmlformats.org/officeDocument/2006/relationships/slideLayout" Target="../slideLayouts/s_1785216650898_g2syk20d_pptx_p1_final1slideLayout4.xml"/><Relationship Id="rId12" Type="http://schemas.openxmlformats.org/officeDocument/2006/relationships/slideLayout" Target="../slideLayouts/s_1785216650898_g2syk20d_pptx_p1_final1slideLayout9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theme" Target="../theme/theme2.xml"/></Relationships>
</file>

<file path=ppt/slideMasters/s_1785216650898_g2syk20d_pptx_p1_final1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6"/>
    <p:sldLayoutId id="2147483649" r:id="rId5"/>
    <p:sldLayoutId id="2147483650" r:id="rId2"/>
    <p:sldLayoutId id="2147483651" r:id="rId11"/>
    <p:sldLayoutId id="2147483652" r:id="rId9"/>
    <p:sldLayoutId id="2147483653" r:id="rId7"/>
    <p:sldLayoutId id="2147483654" r:id="rId3"/>
    <p:sldLayoutId id="2147483655" r:id="rId1"/>
    <p:sldLayoutId id="2147483656" r:id="rId12"/>
    <p:sldLayoutId id="2147483657" r:id="rId10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_1785216650898_g2syk20d_pptx_p1_final1slide1.xml.rels><?xml version='1.0' encoding='UTF-8' standalone='yes'?>
<Relationships xmlns="http://schemas.openxmlformats.org/package/2006/relationships"><Relationship Id="rId1" Type="http://schemas.openxmlformats.org/officeDocument/2006/relationships/image" Target="../media/s_1785216650898_g2syk20d_pptx_p1_final1image1.jpg"/><Relationship Id="rId2" Type="http://schemas.openxmlformats.org/officeDocument/2006/relationships/notesSlide" Target="../notesSlides/s_1785216650898_g2syk20d_pptx_p1_final1notesSlide1.xml"/><Relationship Id="rId3" Type="http://schemas.openxmlformats.org/officeDocument/2006/relationships/slideLayout" Target="../slideLayouts/s_1785216650898_g2syk20d_pptx_p1_final1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/Relationships>
</file>

<file path=ppt/slides/s_1785216650898_g2syk20d_pptx_p1_final1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51449" y="461325"/>
            <a:ext cx="3088635" cy="2059091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Name</a:t>
            </a:r>
            <a:r>
              <a:rPr lang="en" sz="1900" b="1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: Arun Sharma</a:t>
            </a:r>
            <a:endParaRPr lang="en" sz="19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23950" y="3614500"/>
            <a:ext cx="15018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Age: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Education: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Hometown: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Family: </a:t>
            </a: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707850" y="3614500"/>
            <a:ext cx="1817400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17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7</a:t>
            </a:r>
            <a:r>
              <a:rPr lang="en-US" sz="1400" i="0" u="none" strike="noStrike" cap="none" baseline="30000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th</a:t>
            </a:r>
            <a:r>
              <a:rPr lang="en-US" sz="140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grade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Pune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Parents, Brother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800"/>
            </a:pPr>
            <a:r>
              <a:rPr lang="en-IN" b="1" i="1" dirty="0"/>
              <a:t>“I love playing games after school, so learning math and science should feel just as exciting, not like a boring chore.”</a:t>
            </a: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/>
                <a:ea typeface="Google Sans"/>
                <a:cs typeface="Google Sans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Understand difficult subjects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US" dirty="0">
                <a:latin typeface="Google Sans"/>
                <a:ea typeface="Google Sans"/>
                <a:cs typeface="Google Sans"/>
                <a:sym typeface="Google Sans"/>
              </a:rPr>
              <a:t>Complete homework on time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lang="en-US" sz="14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Track personal growth  </a:t>
            </a:r>
          </a:p>
        </p:txBody>
      </p:sp>
      <p:sp>
        <p:nvSpPr>
          <p:cNvPr id="60" name="Google Shape;60;p13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/>
                <a:ea typeface="Google Sans"/>
                <a:cs typeface="Google Sans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Monotonous homework tools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US" sz="140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Getting s</a:t>
            </a:r>
            <a:r>
              <a:rPr lang="en-US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tuck without help</a:t>
            </a: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ogle Sans"/>
              <a:buChar char="●"/>
            </a:pPr>
            <a:r>
              <a:rPr lang="en-US" sz="1400" i="0" u="none" strike="noStrike" cap="none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Lack of engagement</a:t>
            </a:r>
            <a:endParaRPr sz="1400" i="0" u="none" strike="noStrike" cap="none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651375" y="3547774"/>
            <a:ext cx="5197800" cy="1499713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dirty="0"/>
              <a:t>Arun is a 7th-grade student who feels easily bored and overwhelmed by traditional textbook homework and repetitive online worksheets. He loves video games and visual rewards. </a:t>
            </a:r>
            <a:r>
              <a:rPr lang="en-IN"/>
              <a:t>When his </a:t>
            </a:r>
            <a:r>
              <a:rPr lang="en-IN" dirty="0"/>
              <a:t>school introduces a gamified learning platform, Arun completes daily subject quests, earns achievement badges, and masters key concepts through interactive puzzles</a:t>
            </a:r>
            <a:endParaRPr sz="14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985225" y="1442025"/>
            <a:ext cx="16662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i="1">
                <a:latin typeface="Google Sans"/>
                <a:ea typeface="Google Sans"/>
                <a:cs typeface="Google Sans"/>
                <a:sym typeface="Google Sans"/>
              </a:rPr>
              <a:t>Add image that represents this persona</a:t>
            </a:r>
            <a:endParaRPr sz="11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EA8FAD-CC03-7095-D5F3-2AB4AF4CAAAC}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450" y="462455"/>
            <a:ext cx="3088635" cy="2059090"/>
          </a:xfrm>
          <a:prstGeom prst="rect">
            <a:avLst/>
          </a:prstGeom>
        </p:spPr>
      </p:pic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/>
        </p:nvSpPr>
        <p:spPr>
          <a:xfrm>
            <a:off x="171174" y="119650"/>
            <a:ext cx="3308005" cy="4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latin typeface="Google Sans"/>
                <a:ea typeface="Google Sans"/>
                <a:cs typeface="Google Sans"/>
                <a:sym typeface="Google Sans"/>
              </a:rPr>
              <a:t>Persona: Arun Sharma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71174" y="479988"/>
            <a:ext cx="84876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Goal: </a:t>
            </a:r>
            <a:r>
              <a:rPr lang="en-US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Complete a daily math and science learning quest on the gamified platform to submit homework and </a:t>
            </a:r>
            <a:r>
              <a:rPr lang="en-US" sz="11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maintain his </a:t>
            </a:r>
            <a:r>
              <a:rPr lang="en-US" sz="1100" dirty="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streak.</a:t>
            </a:r>
            <a:endParaRPr sz="16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graphicFrame>
        <p:nvGraphicFramePr>
          <p:cNvPr id="189" name="Google Shape;189;p33"/>
          <p:cNvGraphicFramePr/>
          <p:nvPr>
            <p:extLst>
              <p:ext uri="{D42A27DB-BD31-4B8C-83A1-F6EECF244321}">
                <p14:modId xmlns:p14="http://schemas.microsoft.com/office/powerpoint/2010/main" val="448549791"/>
              </p:ext>
            </p:extLst>
          </p:nvPr>
        </p:nvGraphicFramePr>
        <p:xfrm>
          <a:off x="226350" y="848300"/>
          <a:ext cx="8582100" cy="4184240"/>
        </p:xfrm>
        <a:graphic>
          <a:graphicData uri="http://schemas.openxmlformats.org/drawingml/2006/table">
            <a:tbl>
              <a:tblPr>
                <a:noFill/>
                <a:tableStyleId>{304D6E6D-7547-4EDF-B692-FFDF4C537E73}</a:tableStyleId>
              </a:tblPr>
              <a:tblGrid>
                <a:gridCol w="1430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3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ACTION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Login &amp; Dashboard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Quest Selection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Interactive Challenge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Feedback &amp; Scoring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Progress &amp; Rewards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2E3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700">
                <a:tc>
                  <a:txBody>
                    <a:bodyPr/>
                    <a:lstStyle/>
                    <a:p>
                      <a:pPr marL="177800" lvl="0" indent="-11430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TASK LIST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Aft>
                          <a:spcPts val="30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3C4043"/>
                          </a:solidFill>
                          <a:effectLst/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A. Open tablet app.</a:t>
                      </a:r>
                    </a:p>
                    <a:p>
                      <a:pPr marL="0" marR="0" algn="l" fontAlgn="t">
                        <a:spcAft>
                          <a:spcPts val="30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3C4043"/>
                          </a:solidFill>
                          <a:effectLst/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B. Log in with student ID.</a:t>
                      </a:r>
                    </a:p>
                    <a:p>
                      <a:pPr marL="0" marR="0" algn="l" fontAlgn="t">
                        <a:spcAft>
                          <a:spcPts val="300"/>
                        </a:spcAft>
                        <a:buNone/>
                      </a:pPr>
                      <a:r>
                        <a:rPr lang="en-US" sz="1100" b="0" i="0" dirty="0">
                          <a:solidFill>
                            <a:srgbClr val="3C4043"/>
                          </a:solidFill>
                          <a:effectLst/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C. View active daily streak.</a:t>
                      </a:r>
                      <a:endParaRPr lang="en-IN" sz="1100" b="0" i="0" dirty="0">
                        <a:solidFill>
                          <a:srgbClr val="3C4043"/>
                        </a:solidFill>
                        <a:effectLst/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T="76200" marB="76200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A. Browse assigned subjects.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B. Select math quest.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C. Read quest objective.</a:t>
                      </a:r>
                      <a:endParaRPr lang="en-US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A. Solve visual puzzle.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B. Click hint for guidance.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C. Submit final answer.</a:t>
                      </a:r>
                      <a:endParaRPr lang="en-IN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A. View score breakdown.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B. Earn 150 XP &amp; badge.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C. Read step solution.</a:t>
                      </a:r>
                      <a:endParaRPr lang="en-US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A. Update level progress.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B. Sync score to teacher.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C. Claim daily reward.</a:t>
                      </a:r>
                      <a:endParaRPr lang="en-US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6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FEELING ADJECTIVE</a:t>
                      </a:r>
                      <a:endParaRPr sz="1100" b="1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Curious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  <a:sym typeface="Google Sans"/>
                        </a:rPr>
                        <a:t>Motivated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  <a:sym typeface="Google Sans"/>
                      </a:endParaRPr>
                    </a:p>
                  </a:txBody>
                  <a:tcPr marL="91425" marR="91425" marT="91425" marB="91425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Focused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Eager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Challenged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Engaged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Excited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Relieved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Proud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Accomplished</a:t>
                      </a:r>
                      <a:endParaRPr sz="1100" dirty="0">
                        <a:latin typeface="Google Sans" panose="020B0604020202020204" charset="0"/>
                        <a:ea typeface="Google Sans" panose="020B0604020202020204" charset="0"/>
                        <a:cs typeface="Google Sans" panose="020B060402020202020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05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latin typeface="Google Sans"/>
                          <a:ea typeface="Google Sans"/>
                          <a:cs typeface="Google Sans"/>
                          <a:sym typeface="Google Sans"/>
                        </a:rPr>
                        <a:t>IMPROVEMENT OPPORTUNITIES</a:t>
                      </a:r>
                      <a:endParaRPr sz="1100" b="1" dirty="0">
                        <a:latin typeface="Google Sans"/>
                        <a:ea typeface="Google Sans"/>
                        <a:cs typeface="Google Sans"/>
                        <a:sym typeface="Google Sans"/>
                      </a:endParaRPr>
                    </a:p>
                  </a:txBody>
                  <a:tcPr marL="114300" marR="91425" marT="91425" marB="91425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IN" sz="1100" b="0" i="0" dirty="0">
                          <a:solidFill>
                            <a:srgbClr val="3C4043"/>
                          </a:solidFill>
                          <a:effectLst/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Add single sign-on (SSO) via school Google accounts for fast 1-click access.</a:t>
                      </a:r>
                    </a:p>
                  </a:txBody>
                  <a:tcPr marT="76200" marB="76200">
                    <a:lnL w="2857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IN" sz="1100" b="0" i="0">
                          <a:solidFill>
                            <a:srgbClr val="3C4043"/>
                          </a:solidFill>
                          <a:effectLst/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Highlight urgent quests matching upcoming school test dates.</a:t>
                      </a:r>
                    </a:p>
                  </a:txBody>
                  <a:tcPr marT="76200" marB="762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IN" sz="1100" b="0" i="0">
                          <a:solidFill>
                            <a:srgbClr val="3C4043"/>
                          </a:solidFill>
                          <a:effectLst/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Offer adaptive step-by-step visual hints if stuck for over 2 minutes.</a:t>
                      </a:r>
                    </a:p>
                  </a:txBody>
                  <a:tcPr marT="76200" marB="762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IN" sz="1100" b="0" i="0">
                          <a:solidFill>
                            <a:srgbClr val="3C4043"/>
                          </a:solidFill>
                          <a:effectLst/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Provide constructive solution tips for incorrect answers instead of just 'Wrong'.</a:t>
                      </a:r>
                    </a:p>
                  </a:txBody>
                  <a:tcPr marT="76200" marB="762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en-IN" sz="1100" b="0" i="0" dirty="0">
                          <a:solidFill>
                            <a:srgbClr val="3C4043"/>
                          </a:solidFill>
                          <a:effectLst/>
                          <a:latin typeface="Google Sans" panose="020B0604020202020204" charset="0"/>
                          <a:ea typeface="Google Sans" panose="020B0604020202020204" charset="0"/>
                          <a:cs typeface="Google Sans" panose="020B0604020202020204" charset="0"/>
                        </a:rPr>
                        <a:t>Allow students to customize their learning avatar with unlocked quest rewards.</a:t>
                      </a:r>
                    </a:p>
                  </a:txBody>
                  <a:tcPr marT="76200" marB="76200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s_1785216650898_g2syk20d_pptx_p1_final1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s_1785216650898_g2syk20d_pptx_p1_final1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263238"/>
      </a:dk1>
      <a:lt1>
        <a:srgbClr val="FFFFFF"/>
      </a:lt1>
      <a:dk2>
        <a:srgbClr val="919090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